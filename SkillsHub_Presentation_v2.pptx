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23360"/>
          </a:xfrm>
          <a:prstGeom prst="rect">
            <a:avLst/>
          </a:prstGeom>
          <a:solidFill>
            <a:srgbClr val="0A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31520"/>
            <a:ext cx="1097280" cy="109728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SkillsHub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6642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0A5FA"/>
                </a:solidFill>
              </a:rPr>
              <a:t>AI-Powered Skills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87168"/>
            <a:ext cx="10972800" cy="54864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CDAF8"/>
                </a:solidFill>
              </a:rPr>
              <a:t>Know your team.  Build better squads.  Close skill gaps — before they hurt.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639312"/>
            <a:ext cx="2176272" cy="438912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639312"/>
            <a:ext cx="2176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Next.js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1" y="3639312"/>
            <a:ext cx="217627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1" y="3639312"/>
            <a:ext cx="2176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Llama 3.2 · Local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1224" y="3639312"/>
            <a:ext cx="2176272" cy="438912"/>
          </a:xfrm>
          <a:prstGeom prst="rect">
            <a:avLst/>
          </a:prstGeom>
          <a:solidFill>
            <a:srgbClr val="1D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3639312"/>
            <a:ext cx="2176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34656" y="3639312"/>
            <a:ext cx="2176272" cy="438912"/>
          </a:xfrm>
          <a:prstGeom prst="rect">
            <a:avLst/>
          </a:prstGeom>
          <a:solidFill>
            <a:srgbClr val="129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3639312"/>
            <a:ext cx="2176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Docker Compose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48088" y="3639312"/>
            <a:ext cx="2176272" cy="43891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8088" y="3639312"/>
            <a:ext cx="2176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4008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70A0"/>
                </a:solidFill>
              </a:rPr>
              <a:t>Presented by Aniket Kshirsagar  · 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34E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27632"/>
            <a:ext cx="5394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27632"/>
            <a:ext cx="64008" cy="138988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" y="1810512"/>
            <a:ext cx="475488" cy="47548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8105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E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21992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Why skills intelligence matters for HR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27632"/>
            <a:ext cx="5394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27632"/>
            <a:ext cx="64008" cy="1389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3952" y="1810512"/>
            <a:ext cx="47548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105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79222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E"/>
                </a:solidFill>
              </a:rPr>
              <a:t>What We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221992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Platform overview and tech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00400"/>
            <a:ext cx="5394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200400"/>
            <a:ext cx="64008" cy="13898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" y="3383280"/>
            <a:ext cx="475488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3832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3649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E"/>
                </a:solidFill>
              </a:rPr>
              <a:t>Feature Walkthrough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94760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Resume AI · GitHub · Team Builder · Gap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200400"/>
            <a:ext cx="5394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00400"/>
            <a:ext cx="64008" cy="13898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3952" y="3383280"/>
            <a:ext cx="47548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3832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3649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E"/>
                </a:solidFill>
              </a:rPr>
              <a:t>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794760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How the pieces fit together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773168"/>
            <a:ext cx="5394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773168"/>
            <a:ext cx="64008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" y="4956048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9560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93775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E"/>
                </a:solidFill>
              </a:rPr>
              <a:t>Live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367528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Step-by-step walkthrough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773168"/>
            <a:ext cx="5394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773168"/>
            <a:ext cx="64008" cy="13898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73952" y="4956048"/>
            <a:ext cx="475488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9560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93775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E"/>
                </a:solidFill>
              </a:rPr>
              <a:t>What's 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367528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Roadmap and future vision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0F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59152"/>
            <a:ext cx="9601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186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HR teams don't have a reliable picture of who knows what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931920"/>
            <a:ext cx="45720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34E"/>
                </a:solidFill>
              </a:rPr>
              <a:t>HR Teams Are Flying Blind on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27632"/>
            <a:ext cx="5394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27632"/>
            <a:ext cx="53949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📁  Resumes live in inboxes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5029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Skills data is scattered across emails, PDFs, and spreadsheets — no single source of truth.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27632"/>
            <a:ext cx="5394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27632"/>
            <a:ext cx="53949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⏳  Data goes stale immediately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13432"/>
            <a:ext cx="5029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Profiles are outdated before the ink is dry. Nobody updates their skills list.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76472"/>
            <a:ext cx="5394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776472"/>
            <a:ext cx="539496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7763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🔍  Discovery is Slack-based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62272"/>
            <a:ext cx="5029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"Who knows Kubernetes?" means posting in #engineering and hoping someone replies.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76472"/>
            <a:ext cx="5394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76472"/>
            <a:ext cx="53949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3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🎲  Team formation is guesswork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62272"/>
            <a:ext cx="5029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Project staffing decisions are based on gut feel, not data — the wrong people end up on the wrong projects.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DC2626"/>
                </a:solidFill>
              </a:rPr>
              <a:t>Result: wrong people, wrong projects, skill gaps discovered too late.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0F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59152"/>
            <a:ext cx="9601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186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A full-stack, on-prem skills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931920"/>
            <a:ext cx="4572000" cy="4572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A5FA"/>
                </a:solidFill>
              </a:rPr>
              <a:t>Everything runs in Docker — one command to start the entire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084831"/>
            <a:ext cx="11311128" cy="56692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2176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217627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We Chose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688336"/>
            <a:ext cx="11311128" cy="566928"/>
          </a:xfrm>
          <a:prstGeom prst="rect">
            <a:avLst/>
          </a:prstGeom>
          <a:solidFill>
            <a:srgbClr val="14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97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77977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Next.js 14 App Router +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779776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SSR + instant client navigation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3291839"/>
            <a:ext cx="11311128" cy="566928"/>
          </a:xfrm>
          <a:prstGeom prst="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38327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Next.js API Routes + Prisma 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3383279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Type-safe DB, $transaction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895344"/>
            <a:ext cx="11311128" cy="566928"/>
          </a:xfrm>
          <a:prstGeom prst="rect">
            <a:avLst/>
          </a:prstGeom>
          <a:solidFill>
            <a:srgbClr val="10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8678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986783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986783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ACID transactions, cascade deletes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4498848"/>
            <a:ext cx="11311128" cy="566928"/>
          </a:xfrm>
          <a:prstGeom prst="rect">
            <a:avLst/>
          </a:prstGeom>
          <a:solidFill>
            <a:srgbClr val="0D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5902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Ollama / Llama 3.2  (fully local)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459028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Zero API cost · no data leaks ever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5102352"/>
            <a:ext cx="11311128" cy="566928"/>
          </a:xfrm>
          <a:prstGeom prst="rect">
            <a:avLst/>
          </a:prstGeom>
          <a:solidFill>
            <a:srgbClr val="0A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93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51937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NextAuth.js JWT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519379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HR and Employee roles, secure sessions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5705856"/>
            <a:ext cx="11311128" cy="56692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972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5797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Docker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5797296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F"/>
                </a:solidFill>
              </a:rPr>
              <a:t>App + DB + Ollama in a single stack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59152"/>
            <a:ext cx="9601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Feature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186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Six capabilities that turn raw data into talent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931920"/>
            <a:ext cx="4572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34E"/>
                </a:solidFill>
              </a:rPr>
              <a:t>Six Core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27632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27632"/>
            <a:ext cx="539496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1 · Resume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Upload a PDF → Llama 3.2 extracts skills &amp; projects automatically.
Rule engine adds inferred skills (e.g. Next.js → React + TypeScript).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27632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27632"/>
            <a:ext cx="5394960" cy="6400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922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2 · Bulk Import (SSE)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1284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Drag-drop up to 20 PDFs or a CSV file.
Real-time progress streamed via Server-Sent Events.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9184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91840"/>
            <a:ext cx="5394960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56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3 · GitHub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77056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Language breakdown, commit recency, topic detection.
Highlights skills on GitHub not in the resume.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9184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91840"/>
            <a:ext cx="53949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456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4 · Team 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77056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Describe a project in plain English.
AI suggests the optimal squad from your talent pool.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56048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956048"/>
            <a:ext cx="539496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20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5 · Skill Gap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41264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Talent pool vs 22 high-demand market skills.
CRITICAL / MODERATE severity + AI strategic recommendations.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56048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956048"/>
            <a:ext cx="53949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120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E"/>
                </a:solidFill>
              </a:rPr>
              <a:t>6 · Conversational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41264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Natural language: "senior Python engineers in London with ML".
Full CRUD on all employee profiles.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0F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59152"/>
            <a:ext cx="9601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186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Containerised, private-by-default, no external AI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931920"/>
            <a:ext cx="4572000" cy="457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All Fits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0A5FA"/>
                </a:solidFill>
              </a:rPr>
              <a:t>Single Docker Compose stack — zero external AI dependencies.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29968"/>
            <a:ext cx="7498079" cy="84124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Browser /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21408"/>
            <a:ext cx="4846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F"/>
                </a:solidFill>
              </a:rPr>
              <a:t>HR Dashboard  (/hr/*)   ·   Employee Portal  (/employee/*)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529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A5FA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08376"/>
            <a:ext cx="7498079" cy="841248"/>
          </a:xfrm>
          <a:prstGeom prst="rect">
            <a:avLst/>
          </a:prstGeom>
          <a:solidFill>
            <a:srgbClr val="2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Next.js 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99816"/>
            <a:ext cx="4846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F"/>
                </a:solidFill>
              </a:rPr>
              <a:t>REST routes · NextAuth JWT · Role guard (HR / EMPLOYEE)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313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A5FA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86784"/>
            <a:ext cx="7498079" cy="841248"/>
          </a:xfrm>
          <a:prstGeom prst="rect">
            <a:avLst/>
          </a:prstGeom>
          <a:solidFill>
            <a:srgbClr val="16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416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Prisma 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78224"/>
            <a:ext cx="4846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F"/>
                </a:solidFill>
              </a:rPr>
              <a:t>Type-safe queries · $transaction · Cascade deletes on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80974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A5FA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65192"/>
            <a:ext cx="7498079" cy="841248"/>
          </a:xfrm>
          <a:prstGeom prst="rect">
            <a:avLst/>
          </a:prstGeom>
          <a:solidFill>
            <a:srgbClr val="0E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2005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056631"/>
            <a:ext cx="4846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F"/>
                </a:solidFill>
              </a:rPr>
              <a:t>Users · Profiles · Skills · Projects · AuditLog · Sessions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029968"/>
            <a:ext cx="3520440" cy="1993392"/>
          </a:xfrm>
          <a:prstGeom prst="rect">
            <a:avLst/>
          </a:prstGeom>
          <a:solidFill>
            <a:srgbClr val="062A1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103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Ollama / Llama 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5603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  ›  Resume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290779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  ›  Team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25526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  ›  Gap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6027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  ›  Conversational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4160520"/>
            <a:ext cx="3520440" cy="987552"/>
          </a:xfrm>
          <a:prstGeom prst="rect">
            <a:avLst/>
          </a:prstGeom>
          <a:solidFill>
            <a:srgbClr val="14143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GitHub REST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626864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Languages · Commits · Topics
Optional GITHUB_TOKEN → 5000 req/hr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29077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75569"/>
                </a:solidFill>
              </a:rPr>
              <a:t>← called by API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59152"/>
            <a:ext cx="9601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186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Follow these 6 steps for the full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931920"/>
            <a:ext cx="45720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Step-by-Step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0A5FA"/>
                </a:solidFill>
              </a:rPr>
              <a:t>Login as HR →  hr@skillshub.com  /  hr123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84831"/>
            <a:ext cx="658368" cy="603504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84831"/>
            <a:ext cx="658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2157984"/>
            <a:ext cx="10515600" cy="475488"/>
          </a:xfrm>
          <a:prstGeom prst="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1762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Bulk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7909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Drag 3 PDFs onto the import page → watch per-file AI extraction stream in real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34639"/>
            <a:ext cx="658368" cy="60350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834639"/>
            <a:ext cx="658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8" y="2907791"/>
            <a:ext cx="10515600" cy="475488"/>
          </a:xfrm>
          <a:prstGeom prst="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9260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44368"/>
            <a:ext cx="7909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Enter a GitHub username + repo → see language bars, recent commits, and skill gaps vs resume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84448"/>
            <a:ext cx="658368" cy="60350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584448"/>
            <a:ext cx="658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7008" y="3657600"/>
            <a:ext cx="10515600" cy="475488"/>
          </a:xfrm>
          <a:prstGeom prst="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367588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Team 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94176"/>
            <a:ext cx="7909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Type "React Native launch team, 6 weeks" → AI returns ranked employee suggestions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34256"/>
            <a:ext cx="658368" cy="6035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334256"/>
            <a:ext cx="658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7008" y="4407408"/>
            <a:ext cx="10515600" cy="475488"/>
          </a:xfrm>
          <a:prstGeom prst="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44256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Skill Gap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443984"/>
            <a:ext cx="7909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View the org-wide gap dashboard: CRITICAL / MODERATE skills with AI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84064"/>
            <a:ext cx="658368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084064"/>
            <a:ext cx="658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7008" y="5157216"/>
            <a:ext cx="10515600" cy="475488"/>
          </a:xfrm>
          <a:prstGeom prst="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53312" y="517550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Employee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193792"/>
            <a:ext cx="7909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Open any employee → edit details, add skills, link a GitHub repo, delete if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833871"/>
            <a:ext cx="658368" cy="6035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833871"/>
            <a:ext cx="658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7008" y="5907023"/>
            <a:ext cx="10515600" cy="475488"/>
          </a:xfrm>
          <a:prstGeom prst="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92531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Forgot Password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943599"/>
            <a:ext cx="7909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Sign out → Forgot password → receive demo reset code on screen → set new password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34E"/>
                </a:solidFill>
              </a:rPr>
              <a:t>What I'd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Three horizons — from quick wins to the long-term SaaS vision.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84831"/>
            <a:ext cx="3675887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3675887" cy="45720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Near-term  (Next Sprint)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24912"/>
            <a:ext cx="237744" cy="237744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679192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Real email delivery — SMTP/SendGrid for password reset &amp; notifications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3895344"/>
            <a:ext cx="237744" cy="237744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849624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Peer skill endorsements weighted by the endorser's own proficiency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5065776"/>
            <a:ext cx="237744" cy="237744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5020056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LinkedIn profile auto-populate from public profile 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084831"/>
            <a:ext cx="3675887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084831"/>
            <a:ext cx="3675887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112264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Medium-term  (3–6 Months)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2724912"/>
            <a:ext cx="237744" cy="2377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2679192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Skill decay model — flag skills unused for 12 months, prompt revalidation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4568" y="3895344"/>
            <a:ext cx="237744" cy="2377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3849624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Open role matching — paste a JD, get a ranked internal candidate shortlist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5065776"/>
            <a:ext cx="237744" cy="2377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5020056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Org chart skill heatmap — visual coverage across teams and departments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2084831"/>
            <a:ext cx="3675887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2084831"/>
            <a:ext cx="3675887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112264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Longer Horizon  (6–12 Months)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6488" y="2724912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42247" y="2679192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Nightly GitHub sync — auto-update skill confidence from recent commits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76488" y="3895344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42247" y="3849624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Learning path AI — "3 courses to Expert Kubernetes" personalised per employee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6488" y="5065776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42247" y="5020056"/>
            <a:ext cx="2926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Multi-tenant SaaS — isolated workspaces per org with usage-based billing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0F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81328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8132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1">
                <a:solidFill>
                  <a:srgbClr val="FFFFFF"/>
                </a:solidFill>
              </a:rPr>
              <a:t>"The best skill database is the one that fills itself."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89611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A5FA"/>
                </a:solidFill>
              </a:rPr>
              <a:t>Skills inferred from resumes, commits, and behaviour — not manual entry.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5394960" cy="2029968"/>
          </a:xfrm>
          <a:prstGeom prst="rect">
            <a:avLst/>
          </a:prstGeom>
          <a:solidFill>
            <a:srgbClr val="12244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47548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Zero Data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31720"/>
            <a:ext cx="4983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FF"/>
                </a:solidFill>
              </a:rPr>
              <a:t>Llama 3.2 runs fully on-prem inside Docker.
Resumes never leave your infrastructure.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394960" cy="2029968"/>
          </a:xfrm>
          <a:prstGeom prst="rect">
            <a:avLst/>
          </a:prstGeom>
          <a:solidFill>
            <a:srgbClr val="12244A"/>
          </a:solidFill>
          <a:ln w="25400">
            <a:solidFill>
              <a:srgbClr val="27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475488" cy="475488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10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Signal from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331720"/>
            <a:ext cx="4983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FF"/>
                </a:solidFill>
              </a:rPr>
              <a:t>GitHub commits &amp; language bytes are more
honest than self-reported skill lists.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50208"/>
            <a:ext cx="5394960" cy="2029968"/>
          </a:xfrm>
          <a:prstGeom prst="rect">
            <a:avLst/>
          </a:prstGeom>
          <a:solidFill>
            <a:srgbClr val="12244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50208"/>
            <a:ext cx="47548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502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HR as a Product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544568"/>
            <a:ext cx="4983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FF"/>
                </a:solidFill>
              </a:rPr>
              <a:t>Gave HR the same intelligence tooling that
engineering teams already have.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50208"/>
            <a:ext cx="5394960" cy="2029968"/>
          </a:xfrm>
          <a:prstGeom prst="rect">
            <a:avLst/>
          </a:prstGeom>
          <a:solidFill>
            <a:srgbClr val="12244A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50208"/>
            <a:ext cx="475488" cy="47548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9502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0233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Built in a Weekend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44568"/>
            <a:ext cx="4983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FF"/>
                </a:solidFill>
              </a:rPr>
              <a:t>Next.js + Prisma + Ollama is a remarkably
productive stack for this problem.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40080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080B0"/>
                </a:solidFill>
              </a:rPr>
              <a:t>Thank you  —  Questions welcome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9252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7598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945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291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2638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0984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330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677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60236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43700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27164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0628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94092" y="6583680"/>
            <a:ext cx="118872" cy="91440"/>
          </a:xfrm>
          <a:prstGeom prst="rect">
            <a:avLst/>
          </a:prstGeom>
          <a:solidFill>
            <a:srgbClr val="2A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77556" y="6583680"/>
            <a:ext cx="118872" cy="91440"/>
          </a:xfrm>
          <a:prstGeom prst="rect">
            <a:avLst/>
          </a:prstGeom>
          <a:solidFill>
            <a:srgbClr val="27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